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202"/>
    <a:srgbClr val="0077BE"/>
    <a:srgbClr val="FFFF00"/>
    <a:srgbClr val="FF0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95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31241-5DDF-6119-5ED0-6BE312AF43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D1221F-2B6A-3D33-5C93-0E02EB1495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D646C7-1D7C-3012-849B-BDB8CC198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05BC4-7DAD-433D-880A-7855AECB43BC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6014D-9A33-3D89-5DBF-3306702E0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321179-6900-20D8-9D84-B0A14F379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E407A-C89B-4C02-AE65-BE73A4609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335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CA3CE-A93B-A0AE-5C5C-7CF42B35F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06EFD-B4B3-6379-2CC7-A65EE9E956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EBDAD-9138-C213-1CC4-CEF743C80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05BC4-7DAD-433D-880A-7855AECB43BC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5EDA88-A686-EEDB-3A22-1102EADF8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347AC-34C7-9C0D-5C88-EC74801D2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E407A-C89B-4C02-AE65-BE73A4609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807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FD090-65B3-3069-3538-01523C89E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36152E-04F1-BD4A-8096-7C00445C9D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DB6F84-5D59-5C57-D0B7-340CA443E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05BC4-7DAD-433D-880A-7855AECB43BC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BA664-6450-9E03-3566-7223F5E20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E454E6-4F15-71C7-9E75-0136312A4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E407A-C89B-4C02-AE65-BE73A4609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011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08C60-DD08-6CC1-3B9D-20D21DC59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783E3-7D2C-683D-EF5E-05E8F5304D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7642A6-92A5-3E20-F2E8-8979AB3CF8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BC2FD0-E7E2-9EA7-3659-E7C6191F8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05BC4-7DAD-433D-880A-7855AECB43BC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033AAE-8444-693C-4A83-21258A80C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BCA322-CAD3-2225-32E1-AFDA4271B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E407A-C89B-4C02-AE65-BE73A4609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47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26E94-8249-9309-1A2B-2A87D2AA3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0919B2-2569-3D8D-A721-85E2EF09FE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05445F-79D4-354C-96FB-001FBC0BC5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B317E4-C28F-DCA8-8664-34D53725A2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C342F9-FF58-9940-1061-90B3CB8C07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789726-AE84-72F2-27FE-5DCB320E6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05BC4-7DAD-433D-880A-7855AECB43BC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96C477-F502-83B2-5097-BF45C009E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D2D5AB-227E-9D1D-4E18-FF12CAC22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E407A-C89B-4C02-AE65-BE73A4609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191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0860E-00F4-49F7-63C5-C6C005D7A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FF2AF0-BDFD-7824-E00D-30D3D394E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05BC4-7DAD-433D-880A-7855AECB43BC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6F8AA1-35D4-1411-7694-BFF57CD91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17F22B-D4FF-3FD1-DE2A-B7C4BA702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E407A-C89B-4C02-AE65-BE73A4609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414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183DEB-1C8A-AA6C-55A8-4E2309589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05BC4-7DAD-433D-880A-7855AECB43BC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FC0D9A-FC82-BE17-09BC-7D33326B7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BAF803-20EB-C975-068B-EF8E122B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E407A-C89B-4C02-AE65-BE73A4609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313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63B4A-E10E-58D8-7102-01250037D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B8F56-9809-E749-3038-748AA4254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204E66-541A-1F0D-4E07-B7950D04BA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653DFC-4572-64BC-825C-6EF24E1BD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05BC4-7DAD-433D-880A-7855AECB43BC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DBC305-6214-B130-7D7D-C3A3C8BCC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1519C3-5FC4-5E97-4520-383132696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E407A-C89B-4C02-AE65-BE73A4609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510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71FBA-C4B5-8E2C-1512-46583538A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28473D-CBB9-DB32-2FF6-871D1449AF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BF3CCD-6F6D-8BC2-0170-38093E1331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D10F19-727F-FF98-DD3F-BAD27695A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05BC4-7DAD-433D-880A-7855AECB43BC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7DA9D7-F8E6-879B-8C23-F41005218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084611-8D9C-0D66-3661-ADC0F8477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E407A-C89B-4C02-AE65-BE73A4609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760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9410F-D2A1-EA8B-E34A-B11E0AAA1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93A303-AECF-9CA6-B957-44771A9F9D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F78E0C-FBA1-4CD3-DEAB-693F5803F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05BC4-7DAD-433D-880A-7855AECB43BC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78064F-C416-78CA-2402-F8B554A1B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12474-74B7-BDEE-01AC-345C6CE57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E407A-C89B-4C02-AE65-BE73A4609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462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AFEB93-6ABF-B63D-CCF3-DD277B423C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52CED8-00B8-2278-2A2D-0664F2C0CB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18E09B-A984-4BBD-FB27-760AE84FB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05BC4-7DAD-433D-880A-7855AECB43BC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2169A6-982D-81F8-C0EC-2CD29DED5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02228-517D-0FA9-9730-341078153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E407A-C89B-4C02-AE65-BE73A4609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785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A8CA36-C42B-F127-8EC2-C9352E68E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FC4E89-0634-87A5-11DC-A5DDB0662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B85525-5FC3-86AC-7A4E-A42FFEBF1C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105BC4-7DAD-433D-880A-7855AECB43BC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345AA-C680-8657-75B4-34527E5446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C7BC7-7C17-FEE5-0B6B-C5F42E50BE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6E407A-C89B-4C02-AE65-BE73A4609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694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FF3832F4-9D8E-784C-F05E-0E18A076EF7D}"/>
              </a:ext>
            </a:extLst>
          </p:cNvPr>
          <p:cNvGrpSpPr/>
          <p:nvPr/>
        </p:nvGrpSpPr>
        <p:grpSpPr>
          <a:xfrm>
            <a:off x="1971675" y="2247900"/>
            <a:ext cx="7269480" cy="1828800"/>
            <a:chOff x="1971675" y="2247900"/>
            <a:chExt cx="7269480" cy="18288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B9A7F82-A768-2361-2BBB-09D976419C18}"/>
                </a:ext>
              </a:extLst>
            </p:cNvPr>
            <p:cNvSpPr/>
            <p:nvPr/>
          </p:nvSpPr>
          <p:spPr>
            <a:xfrm>
              <a:off x="1971675" y="2247900"/>
              <a:ext cx="7269480" cy="1828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1"/>
                  </a:solidFill>
                </a:ln>
              </a:endParaRPr>
            </a:p>
          </p:txBody>
        </p:sp>
        <p:pic>
          <p:nvPicPr>
            <p:cNvPr id="5" name="Picture 4" descr="A red logo with black background&#10;&#10;AI-generated content may be incorrect.">
              <a:extLst>
                <a:ext uri="{FF2B5EF4-FFF2-40B4-BE49-F238E27FC236}">
                  <a16:creationId xmlns:a16="http://schemas.microsoft.com/office/drawing/2014/main" id="{840086B9-B26D-FB5B-4FE0-DD18173D38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32980" y="2680502"/>
              <a:ext cx="408677" cy="469765"/>
            </a:xfrm>
            <a:prstGeom prst="rect">
              <a:avLst/>
            </a:prstGeom>
          </p:spPr>
        </p:pic>
        <p:pic>
          <p:nvPicPr>
            <p:cNvPr id="7" name="Picture 6" descr="A yellow van with blue wheels&#10;&#10;AI-generated content may be incorrect.">
              <a:extLst>
                <a:ext uri="{FF2B5EF4-FFF2-40B4-BE49-F238E27FC236}">
                  <a16:creationId xmlns:a16="http://schemas.microsoft.com/office/drawing/2014/main" id="{38C463D4-84F1-C2E0-A90C-1D8AF773B2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55036" y="2541679"/>
              <a:ext cx="697630" cy="697630"/>
            </a:xfrm>
            <a:prstGeom prst="rect">
              <a:avLst/>
            </a:prstGeom>
          </p:spPr>
        </p:pic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EAA036B-44A6-D915-C78B-AC8AF9584BBB}"/>
                </a:ext>
              </a:extLst>
            </p:cNvPr>
            <p:cNvSpPr/>
            <p:nvPr/>
          </p:nvSpPr>
          <p:spPr>
            <a:xfrm>
              <a:off x="5781273" y="2680502"/>
              <a:ext cx="400050" cy="400050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B5E8D7C-0D86-3E54-74C8-3CF0A65BECC1}"/>
                </a:ext>
              </a:extLst>
            </p:cNvPr>
            <p:cNvSpPr/>
            <p:nvPr/>
          </p:nvSpPr>
          <p:spPr>
            <a:xfrm>
              <a:off x="6710096" y="2694888"/>
              <a:ext cx="400050" cy="400050"/>
            </a:xfrm>
            <a:prstGeom prst="ellipse">
              <a:avLst/>
            </a:prstGeom>
            <a:solidFill>
              <a:srgbClr val="FFC20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082E04B-0A60-4000-4071-CE4F652A1795}"/>
                </a:ext>
              </a:extLst>
            </p:cNvPr>
            <p:cNvSpPr/>
            <p:nvPr/>
          </p:nvSpPr>
          <p:spPr>
            <a:xfrm>
              <a:off x="7638918" y="2690469"/>
              <a:ext cx="400050" cy="40005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A41FAF3-F094-9365-6971-7BBBB4F8E305}"/>
                </a:ext>
              </a:extLst>
            </p:cNvPr>
            <p:cNvSpPr/>
            <p:nvPr/>
          </p:nvSpPr>
          <p:spPr>
            <a:xfrm>
              <a:off x="8567740" y="2690469"/>
              <a:ext cx="400050" cy="400050"/>
            </a:xfrm>
            <a:prstGeom prst="ellipse">
              <a:avLst/>
            </a:prstGeom>
            <a:solidFill>
              <a:srgbClr val="0077B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7FAB00C-9945-017D-7B4D-74FD63923081}"/>
                </a:ext>
              </a:extLst>
            </p:cNvPr>
            <p:cNvSpPr/>
            <p:nvPr/>
          </p:nvSpPr>
          <p:spPr>
            <a:xfrm>
              <a:off x="4852451" y="2690469"/>
              <a:ext cx="400050" cy="40005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Picture 13" descr="A building with a red cross on it&#10;&#10;AI-generated content may be incorrect.">
              <a:extLst>
                <a:ext uri="{FF2B5EF4-FFF2-40B4-BE49-F238E27FC236}">
                  <a16:creationId xmlns:a16="http://schemas.microsoft.com/office/drawing/2014/main" id="{55A00A89-460C-C4C6-32AA-9700FCFA08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06899" y="2575930"/>
              <a:ext cx="629128" cy="629128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BF3D476-DB49-85C0-9DAB-207E2659EFC5}"/>
                </a:ext>
              </a:extLst>
            </p:cNvPr>
            <p:cNvSpPr txBox="1"/>
            <p:nvPr/>
          </p:nvSpPr>
          <p:spPr>
            <a:xfrm>
              <a:off x="1981026" y="3333750"/>
              <a:ext cx="9029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Drone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1F3EA8A-ECD2-4B7E-1438-D4D49E912280}"/>
                </a:ext>
              </a:extLst>
            </p:cNvPr>
            <p:cNvSpPr txBox="1"/>
            <p:nvPr/>
          </p:nvSpPr>
          <p:spPr>
            <a:xfrm>
              <a:off x="2752366" y="3333750"/>
              <a:ext cx="9029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GV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2B874CA-E42E-ADDA-4DEF-9B93342D5BA9}"/>
                </a:ext>
              </a:extLst>
            </p:cNvPr>
            <p:cNvSpPr txBox="1"/>
            <p:nvPr/>
          </p:nvSpPr>
          <p:spPr>
            <a:xfrm>
              <a:off x="3601457" y="3333750"/>
              <a:ext cx="10400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Hospital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E3C94F7-DE81-D704-A1BB-2F1F01320D2E}"/>
                </a:ext>
              </a:extLst>
            </p:cNvPr>
            <p:cNvSpPr txBox="1"/>
            <p:nvPr/>
          </p:nvSpPr>
          <p:spPr>
            <a:xfrm>
              <a:off x="4497883" y="3333750"/>
              <a:ext cx="10400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Base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1188849-E506-82C2-FD6B-1FA29234C828}"/>
                </a:ext>
              </a:extLst>
            </p:cNvPr>
            <p:cNvSpPr txBox="1"/>
            <p:nvPr/>
          </p:nvSpPr>
          <p:spPr>
            <a:xfrm>
              <a:off x="5437819" y="3333750"/>
              <a:ext cx="10400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Low</a:t>
              </a:r>
            </a:p>
            <a:p>
              <a:pPr algn="ctr"/>
              <a:r>
                <a:rPr lang="en-US" dirty="0"/>
                <a:t>Priority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DFC5678-C2EC-04D1-CA9E-C95CBEC9B6B7}"/>
                </a:ext>
              </a:extLst>
            </p:cNvPr>
            <p:cNvSpPr txBox="1"/>
            <p:nvPr/>
          </p:nvSpPr>
          <p:spPr>
            <a:xfrm>
              <a:off x="6410789" y="3333750"/>
              <a:ext cx="10400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Medium</a:t>
              </a:r>
            </a:p>
            <a:p>
              <a:pPr algn="ctr"/>
              <a:r>
                <a:rPr lang="en-US" dirty="0"/>
                <a:t>Priority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1400B62-4CA1-4731-085D-E7DE75944EC6}"/>
                </a:ext>
              </a:extLst>
            </p:cNvPr>
            <p:cNvSpPr txBox="1"/>
            <p:nvPr/>
          </p:nvSpPr>
          <p:spPr>
            <a:xfrm>
              <a:off x="7318937" y="3333750"/>
              <a:ext cx="10400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High</a:t>
              </a:r>
            </a:p>
            <a:p>
              <a:pPr algn="ctr"/>
              <a:r>
                <a:rPr lang="en-US" dirty="0"/>
                <a:t>Priority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6F2D51D-87F6-55E4-19DD-73EBFA808EB1}"/>
                </a:ext>
              </a:extLst>
            </p:cNvPr>
            <p:cNvSpPr txBox="1"/>
            <p:nvPr/>
          </p:nvSpPr>
          <p:spPr>
            <a:xfrm>
              <a:off x="8190585" y="3333750"/>
              <a:ext cx="10400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ATM Referred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74729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erial view of a city&#10;&#10;AI-generated content may be incorrect.">
            <a:extLst>
              <a:ext uri="{FF2B5EF4-FFF2-40B4-BE49-F238E27FC236}">
                <a16:creationId xmlns:a16="http://schemas.microsoft.com/office/drawing/2014/main" id="{D48CAF6B-B9A5-8543-F413-8607601FE7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4665" y="0"/>
            <a:ext cx="8582669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466DD50-25EA-E2B8-8B23-E18E99FC5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665" y="0"/>
            <a:ext cx="85826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603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13040-59A1-50EE-87FF-BE3A8421F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erial view of a city&#10;&#10;AI-generated content may be incorrect.">
            <a:extLst>
              <a:ext uri="{FF2B5EF4-FFF2-40B4-BE49-F238E27FC236}">
                <a16:creationId xmlns:a16="http://schemas.microsoft.com/office/drawing/2014/main" id="{4DC100BE-4CFE-0F79-7596-A52A099EC6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4665" y="0"/>
            <a:ext cx="8582669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D1AF42C-96C5-25C5-7E5B-B02E93F92D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Texturize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04665" y="0"/>
            <a:ext cx="85826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07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12</Words>
  <Application>Microsoft Office PowerPoint</Application>
  <PresentationFormat>Widescreen</PresentationFormat>
  <Paragraphs>11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Sooyung Byeon</dc:creator>
  <cp:lastModifiedBy>Sooyung Byeon</cp:lastModifiedBy>
  <cp:revision>6</cp:revision>
  <dcterms:created xsi:type="dcterms:W3CDTF">2025-08-11T04:25:29Z</dcterms:created>
  <dcterms:modified xsi:type="dcterms:W3CDTF">2025-08-11T06:49:41Z</dcterms:modified>
</cp:coreProperties>
</file>