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5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1241-5DDF-6119-5ED0-6BE312AF43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D1221F-2B6A-3D33-5C93-0E02EB1495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D646C7-1D7C-3012-849B-BDB8CC198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6014D-9A33-3D89-5DBF-3306702E01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321179-6900-20D8-9D84-B0A14F379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3350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CA3CE-A93B-A0AE-5C5C-7CF42B35F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906EFD-B4B3-6379-2CC7-A65EE9E95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EBDAD-9138-C213-1CC4-CEF743C80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5EDA88-A686-EEDB-3A22-1102EADF8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1347AC-34C7-9C0D-5C88-EC74801D2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807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FD090-65B3-3069-3538-01523C89E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36152E-04F1-BD4A-8096-7C00445C9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DB6F84-5D59-5C57-D0B7-340CA443E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BA664-6450-9E03-3566-7223F5E20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E454E6-4F15-71C7-9E75-0136312A4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011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08C60-DD08-6CC1-3B9D-20D21DC59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783E3-7D2C-683D-EF5E-05E8F5304D6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7642A6-92A5-3E20-F2E8-8979AB3CF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BC2FD0-E7E2-9EA7-3659-E7C6191F8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33AAE-8444-693C-4A83-21258A80CA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BCA322-CAD3-2225-32E1-AFDA4271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26E94-8249-9309-1A2B-2A87D2AA3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0919B2-2569-3D8D-A721-85E2EF09FE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05445F-79D4-354C-96FB-001FBC0BC5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317E4-C28F-DCA8-8664-34D53725A21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C342F9-FF58-9940-1061-90B3CB8C07B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C789726-AE84-72F2-27FE-5DCB320E6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96C477-F502-83B2-5097-BF45C009E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8D2D5AB-227E-9D1D-4E18-FF12CAC22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191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0860E-00F4-49F7-63C5-C6C005D7A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F2AF0-BDFD-7824-E00D-30D3D394E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6F8AA1-35D4-1411-7694-BFF57CD91B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7F22B-D4FF-3FD1-DE2A-B7C4BA702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14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183DEB-1C8A-AA6C-55A8-4E2309589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FC0D9A-FC82-BE17-09BC-7D33326B7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BAF803-20EB-C975-068B-EF8E122B4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3135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63B4A-E10E-58D8-7102-01250037D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B8F56-9809-E749-3038-748AA42549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204E66-541A-1F0D-4E07-B7950D04BA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653DFC-4572-64BC-825C-6EF24E1BD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BC305-6214-B130-7D7D-C3A3C8BCC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1519C3-5FC4-5E97-4520-38313269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510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71FBA-C4B5-8E2C-1512-46583538A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28473D-CBB9-DB32-2FF6-871D1449AF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F3CCD-6F6D-8BC2-0170-38093E1331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D10F19-727F-FF98-DD3F-BAD27695A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7DA9D7-F8E6-879B-8C23-F41005218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84611-8D9C-0D66-3661-ADC0F8477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60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69410F-D2A1-EA8B-E34A-B11E0AAA1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93A303-AECF-9CA6-B957-44771A9F9D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78E0C-FBA1-4CD3-DEAB-693F5803F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8064F-C416-78CA-2402-F8B554A1B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12474-74B7-BDEE-01AC-345C6CE5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46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AFEB93-6ABF-B63D-CCF3-DD277B423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52CED8-00B8-2278-2A2D-0664F2C0CB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18E09B-A984-4BBD-FB27-760AE84FB9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169A6-982D-81F8-C0EC-2CD29DED5A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702228-517D-0FA9-9730-341078153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785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A8CA36-C42B-F127-8EC2-C9352E68EF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FC4E89-0634-87A5-11DC-A5DDB06626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85525-5FC3-86AC-7A4E-A42FFEBF1C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105BC4-7DAD-433D-880A-7855AECB43BC}" type="datetimeFigureOut">
              <a:rPr lang="en-US" smtClean="0"/>
              <a:t>8/11/2025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C345AA-C680-8657-75B4-34527E5446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C7BC7-7C17-FEE5-0B6B-C5F42E50BE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6E407A-C89B-4C02-AE65-BE73A4609E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94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4729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Sooyung Byeon</dc:creator>
  <cp:lastModifiedBy>Sooyung Byeon</cp:lastModifiedBy>
  <cp:revision>1</cp:revision>
  <dcterms:created xsi:type="dcterms:W3CDTF">2025-08-11T04:25:29Z</dcterms:created>
  <dcterms:modified xsi:type="dcterms:W3CDTF">2025-08-11T04:25:33Z</dcterms:modified>
</cp:coreProperties>
</file>